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---
    title: "BPB Solutions LTD - Last 8 Weeks Program Session Report"
    author: "Alaa Atia / BPB Solutions LTD"
    date: "March 20, 2026"
    lang: en
    fontsize: 11pt
    geometry: margin=0.9in
    colorlinks: true
    ---
    # Executive Summary
    This session report covers the last eight weeks of BPB Solutions LTD program work from January 23, 2026 to March 20, 2026. The period consolidated governance doctrine, execution-control architecture, immutable evidence posture, platform deployment narratives, and audience-specific reporting.
    # Milestone Timeline
    ## Week 1 - January 23 to January 29,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Authority doctrine and execution-control framing stabilized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governance doctrine moved from conceptual framing into an authority-first execution model.</a:t>
            </a:r>
          </a:p>
          <a:p>
            <a:pPr lvl="0"/>
            <a:r>
              <a:rPr/>
              <a:t>The BIG G layer, Alcatara decision logic, and PMS_GOVERN relationships were aligned into one stack.</a:t>
            </a:r>
          </a:p>
          <a:p>
            <a:pPr lvl="0"/>
            <a:r>
              <a:rPr/>
              <a:t>The shift from authority creation to authority maintenance became a working project principle.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Week 2 - January 30 to February 5, 2026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CARSHUNTER inventory and controlled public interface model expanded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Vehicle inventory transformation workflows were formalized for public and internal cuts.</a:t>
            </a:r>
          </a:p>
          <a:p>
            <a:pPr lvl="0"/>
            <a:r>
              <a:rPr/>
              <a:t>Two-tier disclosure patterns were reinforced: public-safe view vs. authority-triggered full detail.</a:t>
            </a:r>
          </a:p>
          <a:p>
            <a:pPr lvl="0"/>
            <a:r>
              <a:rPr/>
              <a:t>Offer, review, and evidence packaging patterns became reusable across automotive cases.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Week 3 - February 6 to February 12, 2026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PMS_GOVERN core governance stack advanced toward canonical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Command schema, actor registry, governance context, and system manifest assets were consolidated.</a:t>
            </a:r>
          </a:p>
          <a:p>
            <a:pPr lvl="0"/>
            <a:r>
              <a:rPr/>
              <a:t>QGED gate logic and authority validation became central to the runtime narrative.</a:t>
            </a:r>
          </a:p>
          <a:p>
            <a:pPr lvl="0"/>
            <a:r>
              <a:rPr/>
              <a:t>AI was consistently framed as proposal-capable but non-sovereign.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Week 4 - February 13 to February 19, 2026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Ledger, audit, evidence, and freeze-state ideas became operational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Immutable ledger, evidence metadata, and snapshot/freeze concepts were pushed into explicit artifacts.</a:t>
            </a:r>
          </a:p>
          <a:p>
            <a:pPr lvl="0"/>
            <a:r>
              <a:rPr/>
              <a:t>Runtime state and provenance tracking were elevated from notes into documented system surfaces.</a:t>
            </a:r>
          </a:p>
          <a:p>
            <a:pPr lvl="0"/>
            <a:r>
              <a:rPr/>
              <a:t>Audit-ready language matured across internal and public architecture materials.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Week 5 - February 20 to February 26, 2026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Presentation and publication layers scaled across BPB and platform surfaces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Reveal-style architecture presentations, public overviews, and board-facing materials expanded.</a:t>
            </a:r>
          </a:p>
          <a:p>
            <a:pPr lvl="0"/>
            <a:r>
              <a:rPr/>
              <a:t>Commercial, internal, and public messaging split more clearly into audience-specific cuts.</a:t>
            </a:r>
          </a:p>
          <a:p>
            <a:pPr lvl="0"/>
            <a:r>
              <a:rPr/>
              <a:t>Narrative consistency improved between system architecture, strategy, and external positioning.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Week 6 - February 27 to March 5, 2026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GTC4u augmented governance presentation stack and deployment framing matured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GTC4u platform presentation assets were produced in branded, internal, and enhanced forms.</a:t>
            </a:r>
          </a:p>
          <a:p>
            <a:pPr lvl="0"/>
            <a:r>
              <a:rPr/>
              <a:t>Domain deployment language covered automotive, finance, logistics, AI control, and regulated sectors.</a:t>
            </a:r>
          </a:p>
          <a:p>
            <a:pPr lvl="0"/>
            <a:r>
              <a:rPr/>
              <a:t>Multi-party onboarding, validation, and risk assessment began to appear as platform features rather than side notes.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Week 7 - March 6 to March 12, 2026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Session reports, SHAP milestones, and change-impact summaries deepened operational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SHAP department milestones and BPB comprehensive systems summaries consolidated program scope.</a:t>
            </a:r>
          </a:p>
          <a:p>
            <a:pPr lvl="0"/>
            <a:r>
              <a:rPr/>
              <a:t>Session analysis, lessons learned, and change-impact materials strengthened retrospective governance.</a:t>
            </a:r>
          </a:p>
          <a:p>
            <a:pPr lvl="0"/>
            <a:r>
              <a:rPr/>
              <a:t>The public/internal/audit-ready document separation became a repeatable documentation model.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Week 8 - March 13 to March 20, 2026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Freeze-state discipline, rebuild work, and export packaging completed the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ALAa ATIA x THE BIG G interface was repaired, restyled, and integrated with BPB visual authority.</a:t>
            </a:r>
          </a:p>
          <a:p>
            <a:pPr lvl="0"/>
            <a:r>
              <a:rPr/>
              <a:t>A formal freeze checkpoint was recorded with runtime state, snapshot metadata, and audit records.</a:t>
            </a:r>
          </a:p>
          <a:p>
            <a:pPr lvl="0"/>
            <a:r>
              <a:rPr/>
              <a:t>A broken governance reveal file was rebuilt into a complete standalone slide deck with PPTX, PDF, and DOCX exports.</a:t>
            </a:r>
          </a:p>
          <a:p>
            <a:pPr lvl="1" indent="0">
              <a:buNone/>
            </a:pPr>
            <a:r>
              <a:rPr>
                <a:latin typeface="Courier"/>
              </a:rPr>
              <a:t>  # Core Deliverables
  - **Governance Stack:** PMS_GOVERN, QGED, runtime metadata, manifest, freeze records</a:t>
            </a:r>
          </a:p>
          <a:p>
            <a:pPr lvl="0"/>
            <a:r>
              <a:rPr b="1"/>
              <a:t>Presentation Layer:</a:t>
            </a:r>
            <a:r>
              <a:rPr/>
              <a:t> Reveal decks, platform slides, public summaries, partner-ready cuts</a:t>
            </a:r>
          </a:p>
          <a:p>
            <a:pPr lvl="0"/>
            <a:r>
              <a:rPr b="1"/>
              <a:t>Platform Surface:</a:t>
            </a:r>
            <a:r>
              <a:rPr/>
              <a:t> CARSHUNTER, GTC4u, GTS4u/GMTS4U positioning, onboarding and inventory framing</a:t>
            </a:r>
          </a:p>
          <a:p>
            <a:pPr lvl="0"/>
            <a:r>
              <a:rPr b="1"/>
              <a:t>Operational Memory:</a:t>
            </a:r>
            <a:r>
              <a:rPr/>
              <a:t> Session reports, milestones, lessons learned, change-impact and audit-ready packaging</a:t>
            </a:r>
          </a:p>
          <a:p>
            <a:pPr lvl="0"/>
            <a:r>
              <a:rPr b="1"/>
              <a:t>Strategic Narrative:</a:t>
            </a:r>
            <a:r>
              <a:rPr/>
              <a:t> AA strategic overview, BPB internal architecture, public-safe governance positioning</a:t>
            </a:r>
          </a:p>
          <a:p>
            <a:pPr lvl="1" indent="0">
              <a:buNone/>
            </a:pPr>
            <a:r>
              <a:rPr>
                <a:latin typeface="Courier"/>
              </a:rPr>
              <a:t>  # Platform Updates
  ## GTC4u
  - Augmented governance presentation assets produced for internal, branded, and enhanced deck variants.</a:t>
            </a:r>
          </a:p>
          <a:p>
            <a:pPr lvl="0"/>
            <a:r>
              <a:rPr/>
              <a:t>Platform language aligned around authority-first governance, compliance automation, and controlled execution.</a:t>
            </a:r>
          </a:p>
          <a:p>
            <a:pPr lvl="0"/>
            <a:r>
              <a:rPr/>
              <a:t>Deployment narrative extended to automotive, finance, logistics, AI control, and regulated operations.</a:t>
            </a:r>
          </a:p>
          <a:p>
            <a:pPr lvl="1" indent="0">
              <a:buNone/>
            </a:pPr>
            <a:r>
              <a:rPr>
                <a:latin typeface="Courier"/>
              </a:rPr>
              <a:t>  ## GTS4u / GMTS4U
  - Platform role clarified as the multi-sector integration and systems layer inside the BPB ecosystem.</a:t>
            </a:r>
          </a:p>
          <a:p>
            <a:pPr lvl="0"/>
            <a:r>
              <a:rPr/>
              <a:t>Onboarding and developer instruction references indicate a stronger productivity and stakeholder-entry function.</a:t>
            </a:r>
          </a:p>
          <a:p>
            <a:pPr lvl="0"/>
            <a:r>
              <a:rPr/>
              <a:t>Contact, platform capability, and systems integration messaging now support partner-facing positioning.</a:t>
            </a:r>
          </a:p>
          <a:p>
            <a:pPr lvl="1" indent="0">
              <a:buNone/>
            </a:pPr>
            <a:r>
              <a:rPr>
                <a:latin typeface="Courier"/>
              </a:rPr>
              <a:t>  # Deployment Assets
  ## Inventory Cards
  - **Dealer Inventory Card:** Public-safe listing card with vehicle identity, partial disclosure, pricing zone, and governed CTA.</a:t>
            </a:r>
          </a:p>
          <a:p>
            <a:pPr lvl="0"/>
            <a:r>
              <a:rPr b="1"/>
              <a:t>Authority Review Card:</a:t>
            </a:r>
            <a:r>
              <a:rPr/>
              <a:t> Internal card for source, validation state, evidence package, and commercial disposition.</a:t>
            </a:r>
          </a:p>
          <a:p>
            <a:pPr lvl="0"/>
            <a:r>
              <a:rPr b="1"/>
              <a:t>Case Offer Card:</a:t>
            </a:r>
            <a:r>
              <a:rPr/>
              <a:t> Structured case card for GO / NO-GO decisions, supplier familiarity, and confidence notes.</a:t>
            </a:r>
          </a:p>
          <a:p>
            <a:pPr lvl="1" indent="0">
              <a:buNone/>
            </a:pPr>
            <a:r>
              <a:rPr>
                <a:latin typeface="Courier"/>
              </a:rPr>
              <a:t>  ## Member Onboarding Cards
  - **Partner Onboarding Card:** Authority level, sector fit, compliance readiness, and integration priority.</a:t>
            </a:r>
          </a:p>
          <a:p>
            <a:pPr lvl="0"/>
            <a:r>
              <a:rPr b="1"/>
              <a:t>Dealer Onboarding Card:</a:t>
            </a:r>
            <a:r>
              <a:rPr/>
              <a:t> Inventory source trust level, document discipline, logistics reliability, and escalation path.</a:t>
            </a:r>
          </a:p>
          <a:p>
            <a:pPr lvl="0"/>
            <a:r>
              <a:rPr b="1"/>
              <a:t>Member Activation Card:</a:t>
            </a:r>
            <a:r>
              <a:rPr/>
              <a:t> Entry checklist, evidence requirements, WhatsApp-to-platform traceability, and audit touchpoints.</a:t>
            </a:r>
          </a:p>
          <a:p>
            <a:pPr lvl="1" indent="0">
              <a:buNone/>
            </a:pPr>
            <a:r>
              <a:rPr>
                <a:latin typeface="Courier"/>
              </a:rPr>
              <a:t>  # Strategic Reading
  - Alaa Atia is positioned as sovereign strategic authority, not merely an operator inside a toolchain.</a:t>
            </a:r>
          </a:p>
          <a:p>
            <a:pPr lvl="0"/>
            <a:r>
              <a:rPr/>
              <a:t>BPB Solutions LTD is evolving from a set of documents into a governance operating environment.</a:t>
            </a:r>
          </a:p>
          <a:p>
            <a:pPr lvl="0"/>
            <a:r>
              <a:rPr/>
              <a:t>The strongest differentiator is not AI usage; it is the architectural control of execution, evidence, and state transitions.</a:t>
            </a:r>
          </a:p>
          <a:p>
            <a:pPr lvl="0"/>
            <a:r>
              <a:rPr/>
              <a:t>Public-facing surfaces are increasingly governed by the same doctrine as internal systems, reducing narrative drift.</a:t>
            </a:r>
          </a:p>
          <a:p>
            <a:pPr lvl="1" indent="0">
              <a:buNone/>
            </a:pPr>
            <a:r>
              <a:rPr>
                <a:latin typeface="Courier"/>
              </a:rPr>
              <a:t>  # Audit-Ready Controls
  - Explicit authority path</a:t>
            </a:r>
          </a:p>
          <a:p>
            <a:pPr lvl="0"/>
            <a:r>
              <a:rPr/>
              <a:t>Immutable or append-only evidence posture</a:t>
            </a:r>
          </a:p>
          <a:p>
            <a:pPr lvl="0"/>
            <a:r>
              <a:rPr/>
              <a:t>Named runtime state and freeze-state concepts</a:t>
            </a:r>
          </a:p>
          <a:p>
            <a:pPr lvl="0"/>
            <a:r>
              <a:rPr/>
              <a:t>Audience-specific publication control</a:t>
            </a:r>
          </a:p>
          <a:p>
            <a:pPr lvl="0"/>
            <a:r>
              <a:rPr/>
              <a:t>Structured retrospective learning via session and milestone reports</a:t>
            </a:r>
          </a:p>
          <a:p>
            <a:pPr lvl="1" indent="0">
              <a:buNone/>
            </a:pPr>
            <a:r>
              <a:rPr>
                <a:latin typeface="Courier"/>
              </a:rPr>
              <a:t>  # Conclusion
  The most important pattern across the reporting window is convergence. The same doctrine now shapes internal systems, public-facing platform language, partner summaries, audit-ready packaging, and freeze-state discipline.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2026-03-20T16:41:20Z</dcterms:created>
  <dcterms:modified xsi:type="dcterms:W3CDTF">2026-03-20T16:41:20Z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