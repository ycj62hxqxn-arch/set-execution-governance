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BPB Public Last 8 Weeks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Alaa Atia / BPB Solutions LTD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20,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BPB Public Last 8 Weeks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Governance-first progress across the BPB ecosystem</a:t>
            </a:r>
          </a:p>
          <a:p>
            <a:pPr lvl="0" indent="0" marL="0">
              <a:buNone/>
            </a:pPr>
            <a:r>
              <a:rPr/>
              <a:t>Over the last eight weeks, BPB Solutions LTD advanced a governance-first infrastructure spanning authority control, audit-ready evidence, platform deployment, and partner-facing documentation.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Authority-first system design moved from concept to visible platform narrative.</a:t>
            </a:r>
          </a:p>
          <a:p>
            <a:pPr lvl="0"/>
            <a:r>
              <a:rPr/>
              <a:t>Execution control, audit evidence, and state discipline became clearer across public materials.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Platforms</a:t>
            </a:r>
          </a:p>
          <a:p>
            <a:pPr lvl="0"/>
            <a:r>
              <a:rPr/>
              <a:t>GTC4u and GTS4u / GMTS4U are now presented more clearly as governed deployment surfaces.</a:t>
            </a:r>
          </a:p>
          <a:p>
            <a:pPr lvl="0"/>
            <a:r>
              <a:rPr/>
              <a:t>Inventory, onboarding, and operational messaging are increasingly framed inside a control model.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</a:t>
            </a:r>
          </a:p>
          <a:p>
            <a:pPr lvl="0"/>
            <a:r>
              <a:rPr/>
              <a:t>Public, partner, internal, and audit-ready outputs expanded in parallel.</a:t>
            </a:r>
          </a:p>
          <a:p>
            <a:pPr lvl="0"/>
            <a:r>
              <a:rPr/>
              <a:t>Documentation discipline became part of the BPB positioning, not just a back-office process.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Public-Safe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Governance doctrine and execution stack alignment</a:t>
            </a:r>
          </a:p>
          <a:p>
            <a:pPr lvl="0"/>
            <a:r>
              <a:rPr/>
              <a:t>CARSHUNTER inventory and public interface maturity</a:t>
            </a:r>
          </a:p>
          <a:p>
            <a:pPr lvl="0"/>
            <a:r>
              <a:rPr/>
              <a:t>GTC4u augmented governance presentation layer</a:t>
            </a:r>
          </a:p>
          <a:p>
            <a:pPr lvl="0"/>
            <a:r>
              <a:rPr/>
              <a:t>SHAP department milestone consolidation</a:t>
            </a:r>
          </a:p>
          <a:p>
            <a:pPr lvl="0"/>
            <a:r>
              <a:rPr/>
              <a:t>Freeze-state and evidence discipline becoming visible in system language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BPB Solutions LTD is increasingly operating as a governance-grade infrastructure environment rather than a set of disconnected documents or platform pages.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BPB Public Last 8 Weeks Overview</dc:title>
  <dc:creator>Alaa Atia / BPB Solutions LTD</dc:creator>
  <cp:keywords/>
  <dcterms:created xsi:type="dcterms:W3CDTF">2026-03-20T16:41:20Z</dcterms:created>
  <dcterms:modified xsi:type="dcterms:W3CDTF">2026-03-20T16:41:20Z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20, 2026</vt:lpwstr>
  </property>
  <property fmtid="{D5CDD505-2E9C-101B-9397-08002B2CF9AE}" pid="3" name="fontsize">
    <vt:lpwstr>11pt</vt:lpwstr>
  </property>
  <property fmtid="{D5CDD505-2E9C-101B-9397-08002B2CF9AE}" pid="4" name="geometry">
    <vt:lpwstr>margin=0.9in</vt:lpwstr>
  </property>
</Properties>
</file>