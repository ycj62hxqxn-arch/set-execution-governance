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BPB Audit-Ready Last 8 Weeks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Alaa Atia / BPB Solutions LTD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20,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BPB Audit-Ready Last 8 Weeks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Control-focused summary</a:t>
            </a:r>
          </a:p>
          <a:p>
            <a:pPr lvl="0" indent="0" marL="0">
              <a:buNone/>
            </a:pPr>
            <a:r>
              <a:rPr/>
              <a:t>This variant focuses on controls, evidence posture, and consistency across architecture, runtime, reporting, and platform communication during the last eight weeks.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Control Surfaces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Explicit authority path</a:t>
            </a:r>
          </a:p>
          <a:p>
            <a:pPr lvl="0"/>
            <a:r>
              <a:rPr/>
              <a:t>Immutable or append-only evidence posture</a:t>
            </a:r>
          </a:p>
          <a:p>
            <a:pPr lvl="0"/>
            <a:r>
              <a:rPr/>
              <a:t>Named runtime state and freeze-state concepts</a:t>
            </a:r>
          </a:p>
          <a:p>
            <a:pPr lvl="0"/>
            <a:r>
              <a:rPr/>
              <a:t>Audience-specific publication control</a:t>
            </a:r>
          </a:p>
          <a:p>
            <a:pPr lvl="0"/>
            <a:r>
              <a:rPr/>
              <a:t>Structured retrospective learning via session and milestone reports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Evidence of Progression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Governance Stack</a:t>
            </a:r>
          </a:p>
          <a:p>
            <a:pPr lvl="0"/>
            <a:r>
              <a:rPr/>
              <a:t>PMS_GOVERN</a:t>
            </a:r>
          </a:p>
          <a:p>
            <a:pPr lvl="0"/>
            <a:r>
              <a:rPr/>
              <a:t>QGED gate logic</a:t>
            </a:r>
          </a:p>
          <a:p>
            <a:pPr lvl="0"/>
            <a:r>
              <a:rPr/>
              <a:t>Runtime metadata</a:t>
            </a:r>
          </a:p>
          <a:p>
            <a:pPr lvl="0"/>
            <a:r>
              <a:rPr/>
              <a:t>Freeze records</a:t>
            </a:r>
          </a:p>
          <a:p>
            <a:pPr lvl="0"/>
            <a:r>
              <a:rPr/>
              <a:t>Manifest and provenance surfaces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 Layer</a:t>
            </a:r>
          </a:p>
          <a:p>
            <a:pPr lvl="0"/>
            <a:r>
              <a:rPr/>
              <a:t>Public cuts</a:t>
            </a:r>
          </a:p>
          <a:p>
            <a:pPr lvl="0"/>
            <a:r>
              <a:rPr/>
              <a:t>Partner summaries</a:t>
            </a:r>
          </a:p>
          <a:p>
            <a:pPr lvl="0"/>
            <a:r>
              <a:rPr/>
              <a:t>Internal reports</a:t>
            </a:r>
          </a:p>
          <a:p>
            <a:pPr lvl="0"/>
            <a:r>
              <a:rPr/>
              <a:t>Audit-ready packaging</a:t>
            </a:r>
          </a:p>
          <a:p>
            <a:pPr lvl="0"/>
            <a:r>
              <a:rPr/>
              <a:t>Exportable HTML, PDF, DOCX, PPTX assets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conclusion</a:t>
            </a:r>
          </a:p>
          <a:p>
            <a:pPr lvl="0" indent="0" marL="0">
              <a:buNone/>
            </a:pPr>
            <a:r>
              <a:rPr/>
              <a:t>The program is strongest where state, authority, evidence, and audience classification are made explicit. The next maturity step is tighter consistency across runtime, ledger, public messaging, and internal reporting.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BPB Audit-Ready Last 8 Weeks Report</dc:title>
  <dc:creator>Alaa Atia / BPB Solutions LTD</dc:creator>
  <cp:keywords/>
  <dcterms:created xsi:type="dcterms:W3CDTF">2026-03-20T16:41:20Z</dcterms:created>
  <dcterms:modified xsi:type="dcterms:W3CDTF">2026-03-20T16:41:20Z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20, 2026</vt:lpwstr>
  </property>
  <property fmtid="{D5CDD505-2E9C-101B-9397-08002B2CF9AE}" pid="3" name="fontsize">
    <vt:lpwstr>11pt</vt:lpwstr>
  </property>
  <property fmtid="{D5CDD505-2E9C-101B-9397-08002B2CF9AE}" pid="4" name="geometry">
    <vt:lpwstr>margin=0.9in</vt:lpwstr>
  </property>
</Properties>
</file>