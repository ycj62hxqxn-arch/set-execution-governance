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899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AI Systems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C8D2FF"/>
                </a:solidFill>
              </a:rPr>
              <a:t>Models → Agents → Applications → Real‑World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The Missing Governance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C8D2FF"/>
                </a:solidFill>
              </a:rPr>
              <a:t>AI systems lack execution governance before institutional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Execution Governance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C8D2FF"/>
                </a:solidFill>
              </a:rPr>
              <a:t>Authority • Policy Engine • Execution Gates • Audit /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Governance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C8D2FF"/>
                </a:solidFill>
              </a:rPr>
              <a:t>Centralized governance layer controlling AI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Authority &amp; Policy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C8D2FF"/>
                </a:solidFill>
              </a:rPr>
              <a:t>Governance authority defines policy rules and execution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Governed Execution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C8D2FF"/>
                </a:solidFill>
              </a:rPr>
              <a:t>AI Request → Policy Check → Authority Verify → Execution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Decision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C8D2FF"/>
                </a:solidFill>
              </a:rPr>
              <a:t>Audit trails, logs, and compliance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Execution Governance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C8D2FF"/>
                </a:solidFill>
              </a:rPr>
              <a:t>Layered governance architecture for AI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Institutional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C8D2FF"/>
                </a:solidFill>
              </a:rPr>
              <a:t>Finance • Healthcare • Government •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Future AI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C8D2FF"/>
                </a:solidFill>
              </a:rPr>
              <a:t>AI Control Planes → Governed Autonomy → Trusted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1374</TotalTime>
  <Words>124</Words>
  <Application>Microsoft Macintosh PowerPoint</Application>
  <PresentationFormat>Custom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Alaa Atia</cp:lastModifiedBy>
  <cp:revision>2</cp:revision>
  <dcterms:created xsi:type="dcterms:W3CDTF">2013-01-27T09:14:16Z</dcterms:created>
  <dcterms:modified xsi:type="dcterms:W3CDTF">2026-03-18T23:44:24Z</dcterms:modified>
  <cp:category/>
</cp:coreProperties>
</file>