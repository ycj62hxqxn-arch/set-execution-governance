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BPB</a:t>
            </a:r>
          </a:p>
          <a:p>
            <a:r>
              <a:t>Governance · Compliance · AI Control · Onboarding ·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 BPB into a Global AI Governance Infrastructure Company</a:t>
            </a:r>
          </a:p>
          <a:p>
            <a:r>
              <a:t>Deliver modular governance layers for AI authority, compliance, and controlled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OS (PMS)</a:t>
            </a:r>
          </a:p>
          <a:p>
            <a:r>
              <a:t>Runtime Authority Manager (RAM)</a:t>
            </a:r>
          </a:p>
          <a:p>
            <a:r>
              <a:t>QGED Execution Gate</a:t>
            </a:r>
          </a:p>
          <a:p>
            <a:r>
              <a:t>ALCATARA Decision Engine</a:t>
            </a:r>
          </a:p>
          <a:p>
            <a:r>
              <a:t>Operational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Governance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 generate decisions.</a:t>
            </a:r>
          </a:p>
          <a:p>
            <a:r>
              <a:t>Organizations need infrastructure that controls whether those decisions are allowed to execute.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Launch</a:t>
            </a:r>
          </a:p>
          <a:p>
            <a:r>
              <a:t>MVP Deployment</a:t>
            </a:r>
          </a:p>
          <a:p>
            <a:r>
              <a:t>First Client Onboarding</a:t>
            </a:r>
          </a:p>
          <a:p>
            <a:r>
              <a:t>Multi-language Platform Release</a:t>
            </a:r>
          </a:p>
          <a:p>
            <a:r>
              <a:t>Investor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Invitation</a:t>
            </a:r>
          </a:p>
          <a:p>
            <a:r>
              <a:t>2. Verification</a:t>
            </a:r>
          </a:p>
          <a:p>
            <a:r>
              <a:t>3. Role Assignment</a:t>
            </a:r>
          </a:p>
          <a:p>
            <a:r>
              <a:t>4. Guided Onboarding</a:t>
            </a:r>
          </a:p>
          <a:p>
            <a:r>
              <a:t>5. Platform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Showcase – CARSHUNTER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Automotive Export Workflow</a:t>
            </a:r>
          </a:p>
          <a:p>
            <a:r>
              <a:t>AI-assisted logistics</a:t>
            </a:r>
          </a:p>
          <a:p>
            <a:r>
              <a:t>Compliance verification</a:t>
            </a:r>
          </a:p>
          <a:p>
            <a:r>
              <a:t>Governed execution via ALCATARA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Showcase – Financial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automation</a:t>
            </a:r>
          </a:p>
          <a:p>
            <a:r>
              <a:t>Compliance monitoring</a:t>
            </a:r>
          </a:p>
          <a:p>
            <a:r>
              <a:t>Audit trail generation</a:t>
            </a:r>
          </a:p>
          <a:p>
            <a:r>
              <a:t>Governed decision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Governance-first architecture is essential</a:t>
            </a:r>
          </a:p>
          <a:p>
            <a:r>
              <a:t>Personalized onboarding improves engagement</a:t>
            </a:r>
          </a:p>
          <a:p>
            <a:r>
              <a:t>Compliance must be structural</a:t>
            </a:r>
          </a:p>
          <a:p>
            <a:r>
              <a:t>Sector customization accelerates adoption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BPB – AI Governance Infrastructure for the Intelligence Economy</a:t>
            </a:r>
          </a:p>
          <a:p>
            <a:endParaRPr/>
          </a:p>
          <a:p>
            <a:r>
              <a:t>Intelligence generates decisions.</a:t>
            </a:r>
          </a:p>
          <a:p>
            <a:r>
              <a:t>Governance determines whether those decisions become reality.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Macintosh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 Governance Infrastructure</vt:lpstr>
      <vt:lpstr>Project Vision</vt:lpstr>
      <vt:lpstr>Governance Architecture</vt:lpstr>
      <vt:lpstr>Why AI Governance Infrastructure</vt:lpstr>
      <vt:lpstr>Key Milestones</vt:lpstr>
      <vt:lpstr>Onboarding Model</vt:lpstr>
      <vt:lpstr>Operational Showcase – CARSHUNTER</vt:lpstr>
      <vt:lpstr>Operational Showcase – Financial Governance</vt:lpstr>
      <vt:lpstr>Lessons Learned</vt:lpstr>
      <vt:lpstr>Strategic Positioning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Alaa Atia</cp:lastModifiedBy>
  <cp:revision>1</cp:revision>
  <dcterms:created xsi:type="dcterms:W3CDTF">2013-01-27T09:14:16Z</dcterms:created>
  <dcterms:modified xsi:type="dcterms:W3CDTF">2026-03-16T19:34:48Z</dcterms:modified>
  <cp:category/>
</cp:coreProperties>
</file>