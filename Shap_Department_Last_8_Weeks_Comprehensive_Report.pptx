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8" Type="http://schemas.openxmlformats.org/officeDocument/2006/relationships/viewProps" Target="viewProps.xml" /><Relationship Id="rId7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0" Type="http://schemas.openxmlformats.org/officeDocument/2006/relationships/tableStyles" Target="tableStyles.xml" /><Relationship Id="rId9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SHAP Department Last 8 Weeks Comprehensive Report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Alaa Atia / BPB Solutions LTD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March 20, 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SHAP Department Last 8 Weeks Comprehensive Report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Scope</a:t>
            </a:r>
          </a:p>
          <a:p>
            <a:pPr lvl="0" indent="0" marL="0">
              <a:buNone/>
            </a:pPr>
            <a:r>
              <a:rPr/>
              <a:t>This report frames SHAP Department as the convergence point for governance milestones, systems updates, bridges, maintenance work, and reporting discipline across the last eight weeks.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Main Milestones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Governance doctrine consolidated into an authority-first execution model</a:t>
            </a:r>
          </a:p>
          <a:p>
            <a:pPr lvl="0"/>
            <a:r>
              <a:rPr/>
              <a:t>PMS_GOVERN and related control surfaces advanced toward canonical form</a:t>
            </a:r>
          </a:p>
          <a:p>
            <a:pPr lvl="0"/>
            <a:r>
              <a:rPr/>
              <a:t>Immutable ledger, evidence metadata, and freeze-state ideas became operational artifacts</a:t>
            </a:r>
          </a:p>
          <a:p>
            <a:pPr lvl="0"/>
            <a:r>
              <a:rPr/>
              <a:t>GTC4u platform materials expanded into internal, branded, and enhanced presentation forms</a:t>
            </a:r>
          </a:p>
          <a:p>
            <a:pPr lvl="0"/>
            <a:r>
              <a:rPr/>
              <a:t>Session reports, lessons learned, and milestone summaries strengthened institutional memory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Systems Updated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PMS_GOVERN governance engine and command surfaces</a:t>
            </a:r>
          </a:p>
          <a:p>
            <a:pPr lvl="0"/>
            <a:r>
              <a:rPr/>
              <a:t>Immutable ledger, evidence metadata, and freeze-state artifacts</a:t>
            </a:r>
          </a:p>
          <a:p>
            <a:pPr lvl="0"/>
            <a:r>
              <a:rPr/>
              <a:t>Runtime state engine, manifest, provenance, and audit traces</a:t>
            </a:r>
          </a:p>
          <a:p>
            <a:pPr lvl="0"/>
            <a:r>
              <a:rPr/>
              <a:t>Reveal decks, public cuts, and internal board-facing materials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Maintenance and Extension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Bridges</a:t>
            </a:r>
          </a:p>
          <a:p>
            <a:pPr lvl="0"/>
            <a:r>
              <a:rPr/>
              <a:t>WhatsApp intake and evidence packaging</a:t>
            </a:r>
          </a:p>
          <a:p>
            <a:pPr lvl="0"/>
            <a:r>
              <a:rPr/>
              <a:t>Document export pipelines</a:t>
            </a:r>
          </a:p>
          <a:p>
            <a:pPr lvl="0"/>
            <a:r>
              <a:rPr/>
              <a:t>Platform deployment and presentation support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Operational Effect</a:t>
            </a:r>
          </a:p>
          <a:p>
            <a:pPr lvl="0" indent="0" marL="0">
              <a:buNone/>
            </a:pPr>
            <a:r>
              <a:rPr/>
              <a:t>SHAP increasingly acts as the consolidation point for architecture memory, audit readiness, lessons learned, and milestone visibility.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SHAP Department Last 8 Weeks Comprehensive Report</dc:title>
  <dc:creator>Alaa Atia / BPB Solutions LTD</dc:creator>
  <cp:keywords/>
  <dcterms:created xsi:type="dcterms:W3CDTF">2026-03-20T16:41:20Z</dcterms:created>
  <dcterms:modified xsi:type="dcterms:W3CDTF">2026-03-20T16:41:20Z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March 20, 2026</vt:lpwstr>
  </property>
  <property fmtid="{D5CDD505-2E9C-101B-9397-08002B2CF9AE}" pid="3" name="fontsize">
    <vt:lpwstr>11pt</vt:lpwstr>
  </property>
  <property fmtid="{D5CDD505-2E9C-101B-9397-08002B2CF9AE}" pid="4" name="geometry">
    <vt:lpwstr>margin=0.9in</vt:lpwstr>
  </property>
</Properties>
</file>